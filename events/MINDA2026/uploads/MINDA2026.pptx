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7559675" cy="106918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2"/>
  </p:normalViewPr>
  <p:slideViewPr>
    <p:cSldViewPr snapToGrid="0">
      <p:cViewPr varScale="1">
        <p:scale>
          <a:sx n="76" d="100"/>
          <a:sy n="76" d="100"/>
        </p:scale>
        <p:origin x="175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FAFE-DCDC-C842-9BA2-66B751B5D47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E0D8-B906-9A4F-A811-BEEEB6FC6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FAFE-DCDC-C842-9BA2-66B751B5D47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E0D8-B906-9A4F-A811-BEEEB6FC6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0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FAFE-DCDC-C842-9BA2-66B751B5D47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E0D8-B906-9A4F-A811-BEEEB6FC6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29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FAFE-DCDC-C842-9BA2-66B751B5D471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E0D8-B906-9A4F-A811-BEEEB6FC6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23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FAFE-DCDC-C842-9BA2-66B751B5D471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E0D8-B906-9A4F-A811-BEEEB6FC6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31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FAFE-DCDC-C842-9BA2-66B751B5D471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E0D8-B906-9A4F-A811-BEEEB6FC6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70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FAFE-DCDC-C842-9BA2-66B751B5D471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E0D8-B906-9A4F-A811-BEEEB6FC6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47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FAFE-DCDC-C842-9BA2-66B751B5D471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E0D8-B906-9A4F-A811-BEEEB6FC6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575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FAFE-DCDC-C842-9BA2-66B751B5D471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E0D8-B906-9A4F-A811-BEEEB6FC6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68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FAFE-DCDC-C842-9BA2-66B751B5D47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E0D8-B906-9A4F-A811-BEEEB6FC6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856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FAFE-DCDC-C842-9BA2-66B751B5D47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AE0D8-B906-9A4F-A811-BEEEB6FC6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967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1FAFE-DCDC-C842-9BA2-66B751B5D47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AE0D8-B906-9A4F-A811-BEEEB6FC6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259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s://docs.google.com/forms/d/e/1FAIpQLSeSZCDYlkBxwhbRiQBZKWiVlq2EUKAIZ4homF27DIyxyIGBIw/viewform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99CB5A-6D37-015F-8A7F-84784B990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17267" y="7036701"/>
            <a:ext cx="1497676" cy="194697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 descr="CURRICULUM VITAE PROF. DR. TAN HUI JAN">
            <a:extLst>
              <a:ext uri="{FF2B5EF4-FFF2-40B4-BE49-F238E27FC236}">
                <a16:creationId xmlns:a16="http://schemas.microsoft.com/office/drawing/2014/main" id="{4492C03B-A25F-97DB-DCE1-675FE2CF2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2528" y="7043042"/>
            <a:ext cx="1445965" cy="19406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D3CA19-73B1-B234-7FD4-7AE960752411}"/>
              </a:ext>
            </a:extLst>
          </p:cNvPr>
          <p:cNvSpPr txBox="1"/>
          <p:nvPr/>
        </p:nvSpPr>
        <p:spPr>
          <a:xfrm>
            <a:off x="-689035" y="5161240"/>
            <a:ext cx="3778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ED8A46-302C-2632-6F88-A8DE3CC607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276336" y="6926340"/>
            <a:ext cx="1767928" cy="20573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Picture 13" descr="Brain Icon Images – Browse 1,053,937 Stock Photos, Vectors, and Video |  Adobe Stock">
            <a:extLst>
              <a:ext uri="{FF2B5EF4-FFF2-40B4-BE49-F238E27FC236}">
                <a16:creationId xmlns:a16="http://schemas.microsoft.com/office/drawing/2014/main" id="{AC9CC172-8330-C621-D113-8936F1380D3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8018"/>
          <a:stretch>
            <a:fillRect/>
          </a:stretch>
        </p:blipFill>
        <p:spPr>
          <a:xfrm>
            <a:off x="5876262" y="4377278"/>
            <a:ext cx="1683414" cy="323850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52E2772-584B-D0D7-8F4D-77229F16AD5B}"/>
              </a:ext>
            </a:extLst>
          </p:cNvPr>
          <p:cNvSpPr txBox="1"/>
          <p:nvPr/>
        </p:nvSpPr>
        <p:spPr>
          <a:xfrm>
            <a:off x="343288" y="1527518"/>
            <a:ext cx="6428786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4000" b="1" i="0" u="none" strike="noStrike" dirty="0">
                <a:solidFill>
                  <a:srgbClr val="000000"/>
                </a:solidFill>
                <a:effectLst/>
                <a:latin typeface="+mj-lt"/>
              </a:rPr>
              <a:t>Machine Intelligence Meets Neurotechnology: </a:t>
            </a:r>
          </a:p>
          <a:p>
            <a:r>
              <a:rPr lang="en-SG" sz="3600" b="1" i="0" u="none" strike="noStrike" dirty="0">
                <a:solidFill>
                  <a:srgbClr val="000000"/>
                </a:solidFill>
                <a:effectLst/>
                <a:latin typeface="+mj-lt"/>
              </a:rPr>
              <a:t>From Decoding to Applications</a:t>
            </a:r>
          </a:p>
          <a:p>
            <a:r>
              <a:rPr lang="en-SG" sz="3600" b="1" dirty="0">
                <a:solidFill>
                  <a:srgbClr val="000000"/>
                </a:solidFill>
                <a:latin typeface="+mj-lt"/>
              </a:rPr>
              <a:t>MINDA 2026</a:t>
            </a:r>
            <a:endParaRPr lang="en-US" sz="3600" dirty="0">
              <a:latin typeface="+mj-lt"/>
            </a:endParaRPr>
          </a:p>
        </p:txBody>
      </p:sp>
      <p:pic>
        <p:nvPicPr>
          <p:cNvPr id="18" name="Picture 17" descr="Brain Icon Images – Browse 1,053,937 Stock Photos, Vectors, and Video |  Adobe Stock">
            <a:extLst>
              <a:ext uri="{FF2B5EF4-FFF2-40B4-BE49-F238E27FC236}">
                <a16:creationId xmlns:a16="http://schemas.microsoft.com/office/drawing/2014/main" id="{016F2E50-AF28-F324-6FF8-60A22C10075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168" r="1"/>
          <a:stretch>
            <a:fillRect/>
          </a:stretch>
        </p:blipFill>
        <p:spPr>
          <a:xfrm>
            <a:off x="0" y="4377278"/>
            <a:ext cx="1678568" cy="323850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1274347-F189-F31A-7369-67C04B552541}"/>
              </a:ext>
            </a:extLst>
          </p:cNvPr>
          <p:cNvSpPr txBox="1"/>
          <p:nvPr/>
        </p:nvSpPr>
        <p:spPr>
          <a:xfrm>
            <a:off x="693676" y="4054403"/>
            <a:ext cx="26713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Date: 15 May 2026 Friday</a:t>
            </a:r>
            <a:br>
              <a:rPr lang="en-SG" dirty="0"/>
            </a:br>
            <a:r>
              <a:rPr lang="en-SG" dirty="0"/>
              <a:t>Time: 1:00 PM – 6:00 PM</a:t>
            </a:r>
          </a:p>
          <a:p>
            <a:r>
              <a:rPr lang="en-SG" dirty="0"/>
              <a:t>Venue: A3#618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FAF2F3-9DBD-0877-E555-7EA4FC4EAD33}"/>
              </a:ext>
            </a:extLst>
          </p:cNvPr>
          <p:cNvSpPr txBox="1"/>
          <p:nvPr/>
        </p:nvSpPr>
        <p:spPr>
          <a:xfrm>
            <a:off x="1595534" y="5012875"/>
            <a:ext cx="460645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This workshop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Inspiring Invited Talks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Interactive Live Demonstrations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Innovative Project Showcases &amp; Sessions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Hands-on EEG Processing Workshops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FD8FF3-1B6D-BDC9-DFA7-D02741B71237}"/>
              </a:ext>
            </a:extLst>
          </p:cNvPr>
          <p:cNvSpPr txBox="1"/>
          <p:nvPr/>
        </p:nvSpPr>
        <p:spPr>
          <a:xfrm>
            <a:off x="2559052" y="6480768"/>
            <a:ext cx="2514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Invited Speakers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8684D5-D1FD-8311-C87F-CF0701C7E402}"/>
              </a:ext>
            </a:extLst>
          </p:cNvPr>
          <p:cNvSpPr txBox="1"/>
          <p:nvPr/>
        </p:nvSpPr>
        <p:spPr>
          <a:xfrm>
            <a:off x="241689" y="8988087"/>
            <a:ext cx="2627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Prof Dr Tan Hui Jan</a:t>
            </a:r>
          </a:p>
          <a:p>
            <a:pPr algn="ctr"/>
            <a:r>
              <a:rPr lang="en-US" sz="1400" dirty="0"/>
              <a:t>Universiti </a:t>
            </a:r>
            <a:r>
              <a:rPr lang="en-US" sz="1400" dirty="0" err="1"/>
              <a:t>Kebangsaan</a:t>
            </a:r>
            <a:r>
              <a:rPr lang="en-US" sz="1400" dirty="0"/>
              <a:t> Malaysia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B1D76A-8237-9898-35A2-AA59D955D597}"/>
              </a:ext>
            </a:extLst>
          </p:cNvPr>
          <p:cNvSpPr txBox="1"/>
          <p:nvPr/>
        </p:nvSpPr>
        <p:spPr>
          <a:xfrm>
            <a:off x="2992932" y="8988087"/>
            <a:ext cx="22171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1400" dirty="0"/>
              <a:t>Assoc. Prof. Dr. Fong Si Lei</a:t>
            </a:r>
          </a:p>
          <a:p>
            <a:pPr algn="ctr"/>
            <a:r>
              <a:rPr lang="en-SG" sz="1400" dirty="0"/>
              <a:t>Universiti Malaya</a:t>
            </a:r>
            <a:endParaRPr 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E04D8D-3579-0AC1-4720-0AA28E65B4FA}"/>
              </a:ext>
            </a:extLst>
          </p:cNvPr>
          <p:cNvSpPr txBox="1"/>
          <p:nvPr/>
        </p:nvSpPr>
        <p:spPr>
          <a:xfrm>
            <a:off x="5297455" y="8988087"/>
            <a:ext cx="1971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1400" dirty="0"/>
              <a:t>Dr. Shiw Shin </a:t>
            </a:r>
            <a:r>
              <a:rPr lang="en-SG" sz="1400" dirty="0" err="1"/>
              <a:t>Yeen</a:t>
            </a:r>
            <a:endParaRPr lang="en-SG" sz="1400" dirty="0"/>
          </a:p>
          <a:p>
            <a:pPr algn="ctr"/>
            <a:r>
              <a:rPr lang="en-SG" sz="1400" dirty="0" err="1"/>
              <a:t>BrainScience</a:t>
            </a:r>
            <a:r>
              <a:rPr lang="en-SG" sz="1400" dirty="0"/>
              <a:t> Academy</a:t>
            </a:r>
            <a:endParaRPr lang="en-US" sz="1400" dirty="0"/>
          </a:p>
        </p:txBody>
      </p:sp>
      <p:sp>
        <p:nvSpPr>
          <p:cNvPr id="25" name="TextBox 24">
            <a:hlinkClick r:id="rId7" tooltip="Registration URL"/>
            <a:extLst>
              <a:ext uri="{FF2B5EF4-FFF2-40B4-BE49-F238E27FC236}">
                <a16:creationId xmlns:a16="http://schemas.microsoft.com/office/drawing/2014/main" id="{65A9B5E0-AD71-E6C8-0CD2-26EE49F107C1}"/>
              </a:ext>
            </a:extLst>
          </p:cNvPr>
          <p:cNvSpPr txBox="1"/>
          <p:nvPr/>
        </p:nvSpPr>
        <p:spPr>
          <a:xfrm>
            <a:off x="4279685" y="4038358"/>
            <a:ext cx="2548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Host(s): </a:t>
            </a:r>
            <a:br>
              <a:rPr lang="en-US" dirty="0"/>
            </a:br>
            <a:r>
              <a:rPr lang="en-US" dirty="0"/>
              <a:t>Sim Kuan GOH, XMUM</a:t>
            </a:r>
            <a:br>
              <a:rPr lang="en-US" dirty="0"/>
            </a:br>
            <a:r>
              <a:rPr lang="en-US" dirty="0"/>
              <a:t>Daniel Chan, </a:t>
            </a:r>
            <a:r>
              <a:rPr lang="en-US" dirty="0" err="1"/>
              <a:t>Danmedik</a:t>
            </a:r>
            <a:endParaRPr lang="en-US" dirty="0"/>
          </a:p>
          <a:p>
            <a:endParaRPr lang="en-US" dirty="0"/>
          </a:p>
        </p:txBody>
      </p:sp>
      <p:pic>
        <p:nvPicPr>
          <p:cNvPr id="26" name="Picture 25" descr="Medical Devices Supplier In Malaysia, Singapore - DanMedik">
            <a:extLst>
              <a:ext uri="{FF2B5EF4-FFF2-40B4-BE49-F238E27FC236}">
                <a16:creationId xmlns:a16="http://schemas.microsoft.com/office/drawing/2014/main" id="{B885900A-C820-2985-27FC-48EB1A0094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2884" y="68033"/>
            <a:ext cx="2565491" cy="1297517"/>
          </a:xfrm>
          <a:prstGeom prst="rect">
            <a:avLst/>
          </a:prstGeom>
        </p:spPr>
      </p:pic>
      <p:pic>
        <p:nvPicPr>
          <p:cNvPr id="27" name="Picture 26" descr="XIAMEN University Malaysia – Bright Vision">
            <a:extLst>
              <a:ext uri="{FF2B5EF4-FFF2-40B4-BE49-F238E27FC236}">
                <a16:creationId xmlns:a16="http://schemas.microsoft.com/office/drawing/2014/main" id="{4B1FB076-C258-7A4C-3F14-75034E3820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3065" y="414072"/>
            <a:ext cx="5364741" cy="1108712"/>
          </a:xfrm>
          <a:prstGeom prst="rect">
            <a:avLst/>
          </a:prstGeom>
        </p:spPr>
      </p:pic>
      <p:pic>
        <p:nvPicPr>
          <p:cNvPr id="28" name="Picture 27" descr="XMUM Artificial Intelligence Club (MINDS) (@xmum_ai_club) • Instagram  photos and videos">
            <a:extLst>
              <a:ext uri="{FF2B5EF4-FFF2-40B4-BE49-F238E27FC236}">
                <a16:creationId xmlns:a16="http://schemas.microsoft.com/office/drawing/2014/main" id="{CFC8488D-06B9-1D03-CFD9-EEF9618EB2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6273106" y="25381"/>
            <a:ext cx="1255400" cy="125540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C42E7C8-8753-8830-7598-A5A60C94A081}"/>
              </a:ext>
            </a:extLst>
          </p:cNvPr>
          <p:cNvSpPr txBox="1"/>
          <p:nvPr/>
        </p:nvSpPr>
        <p:spPr>
          <a:xfrm>
            <a:off x="68657" y="115974"/>
            <a:ext cx="2677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Proudly bought to you by: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A6FB5A-C2D7-7346-B4EB-582594693EAC}"/>
              </a:ext>
            </a:extLst>
          </p:cNvPr>
          <p:cNvSpPr txBox="1"/>
          <p:nvPr/>
        </p:nvSpPr>
        <p:spPr>
          <a:xfrm>
            <a:off x="143982" y="9889648"/>
            <a:ext cx="730157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Register Now </a:t>
            </a:r>
            <a:r>
              <a:rPr lang="en-US" sz="1400" dirty="0">
                <a:hlinkClick r:id="rId7"/>
              </a:rPr>
              <a:t>https://docs.google.com/forms/d/e/1FAIpQLSeSZCDYlkBxwhbRiQBZKWiVlq2EUKAIZ4homF27DIyxyIGBIw/viewform</a:t>
            </a:r>
            <a:r>
              <a:rPr lang="en-US" sz="14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016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115</Words>
  <Application>Microsoft Macintosh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 Kuan Goh</dc:creator>
  <cp:lastModifiedBy>Sim Kuan Goh</cp:lastModifiedBy>
  <cp:revision>2</cp:revision>
  <dcterms:created xsi:type="dcterms:W3CDTF">2026-05-08T08:39:34Z</dcterms:created>
  <dcterms:modified xsi:type="dcterms:W3CDTF">2026-05-08T09:27:00Z</dcterms:modified>
</cp:coreProperties>
</file>